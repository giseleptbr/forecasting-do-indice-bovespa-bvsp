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RMSE por Modelo (menor = melhor)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ARIMA(1,1,1)</c:v>
                  </c:pt>
                  <c:pt idx="1">
                    <c:v>Baseline (MM21)</c:v>
                  </c:pt>
                  <c:pt idx="2">
                    <c:v>Prophet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3674</c:v>
                </c:pt>
                <c:pt idx="1">
                  <c:v>5293</c:v>
                </c:pt>
                <c:pt idx="2">
                  <c:v>11666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contexto: série financeira, Ibovespa, objetivo de comparar modelos de forecasting.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que escolhemos o Ibovespa: dado público, relevante, com eventos marcantes como 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o evento COVID: maior queda e maior alta em dias consecutivos. Mostrar que isso evidencia a dificuldade de prever séries financeiras.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 que sempre ter um baseline é uma boa prática. O baseline simples é difícil de superar em random walks.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ARIMA venceu não por ser sofisticado, mas por ser conservador. Em random walks, modelos que 'apostam' em tendência ou sazonalidade tendem a errar mais.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Encerrar com os 4 aprendizados. Ressaltar que a limitação do modelo é esperada — o objetivo era aplicar o pipeline, não 'resolver' o mercado.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572000" cy="4572000"/>
          </a:xfrm>
          <a:prstGeom prst="ellipse">
            <a:avLst/>
          </a:prstGeom>
          <a:solidFill>
            <a:srgbClr val="253580">
              <a:alpha val="60000"/>
            </a:srgbClr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1A2D7A">
              <a:alpha val="70000"/>
            </a:srgbClr>
          </a:solidFill>
          <a:ln w="12700">
            <a:solidFill>
              <a:srgbClr val="1A2D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do Índice Bovespa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Séries Temporais — Projeto Final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25358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^BVSP  |  2018–2024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2004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25358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1.737 observações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3200400"/>
            <a:ext cx="2377440" cy="411480"/>
          </a:xfrm>
          <a:prstGeom prst="roundRect">
            <a:avLst>
              <a:gd name="adj" fmla="val 22222"/>
            </a:avLst>
          </a:prstGeom>
          <a:solidFill>
            <a:srgbClr val="25358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200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Horizonte: 30 dias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K  •  CTE-IA / PPI Residência TIC 44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&amp; Objetivo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O Problema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Ibovespa é o principal índice da bolsa brasileira.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seu comportamento futuro é útil para gestão de risco e tomada de decisão de investimento.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séries financeiras são conhecidas por serem difíceis de prever — comportam-se como random walk.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88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Objetivo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Aplicar o pipeline completo de séries temporais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Comparar 3 abordagens: Baseline, ARIMA e Prophet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Avaliar com MAE, RMSE e MAPE no período de teste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Identificar qual modelo se adapta melhor a dados financeiros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&amp; Análise Exploratória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1.737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diárias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060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−15,99%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queda (12/03/20)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+13,02%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alta (13/03/20)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91440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〰️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107.209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médio (pts)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210312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O que a EDA revelou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2918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de alta de ~78k para ~130k pontos (2018–2024), com colapso em março/2020 (COVID)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Variância não constante — picos de volatilidade em crises confirmam série NÃO estacionária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Log-retorno diário aprovado no teste ADF (p ≈ 0,000) — série estacionarizada com sucesso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e PACF cortam rapidamente → random walk confirmado: passado explica pouco o futuro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Utilizados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— MM21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Móvel de 21 dias replicada como previsão constante. Ponto de partida para avaliar se modelos mais sofisticados realmente agregam valor.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96012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ARIMA(1,1,1)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estatístico clássico. d=1 para remover tendência. Parâmetros p=1, q=1 identificados via ACF/PACF. Estratégia conservadora: próximo valor ≈ valor atual.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97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(Meta)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2402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aditivo que detecta tendência + sazonalidade semanal e anual automaticamente. Muito usado em séries de negócio com padrões cíclicos estáveis.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Avaliação Comparativa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173736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 ARIMA(1,1,1)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 Baseline (MM21)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 Prophet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57200" y="3154680"/>
          <a:ext cx="502920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3154680"/>
            <a:ext cx="3017520" cy="1737360"/>
          </a:xfrm>
          <a:prstGeom prst="roundRect">
            <a:avLst>
              <a:gd name="adj" fmla="val 5263"/>
            </a:avLst>
          </a:prstGeom>
          <a:solidFill>
            <a:srgbClr val="EFF6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85216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852160" y="36576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superou o baseline em 31% no RMSE e o Prophet em 68%. Sua estratégia conservadora (próximo ≈ atual) é ideal para random walks.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53580">
              <a:alpha val="60000"/>
            </a:srgbClr>
          </a:solidFill>
          <a:ln w="12700">
            <a:solidFill>
              <a:srgbClr val="2535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 &amp; Aprendizados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D7A"/>
          </a:solidFill>
          <a:ln w="12700">
            <a:solidFill>
              <a:srgbClr val="1A2D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ARIMA(1,1,1) foi o melhor modelo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de 2,21% — superou o baseline em 31% e o Prophet em 68% no RMSE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D7A"/>
          </a:solidFill>
          <a:ln w="12700">
            <a:solidFill>
              <a:srgbClr val="1A2D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Random walk confirmado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60020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ACF/PACF e ADF mostraram que o log-retorno tem pouca memória — passado explica pouco o futuro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D7A"/>
          </a:solidFill>
          <a:ln w="12700">
            <a:solidFill>
              <a:srgbClr val="1A2D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Prophet falhou em finanças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Sazonalidades semanais/anuais não são estáveis em séries financeiras — modelo errou sistematicamente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2743200"/>
            <a:ext cx="3840480" cy="1417320"/>
          </a:xfrm>
          <a:prstGeom prst="roundRect">
            <a:avLst>
              <a:gd name="adj" fmla="val 6452"/>
            </a:avLst>
          </a:prstGeom>
          <a:solidFill>
            <a:srgbClr val="1A2D7A"/>
          </a:solidFill>
          <a:ln w="12700">
            <a:solidFill>
              <a:srgbClr val="1A2D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Aprendizado central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2461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séries financeiras, um modelo simples e conservador costuma vencer modelos complexos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Obrigada! 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 do Índice Bovespa</dc:title>
  <dc:subject>PptxGenJS Presentation</dc:subject>
  <dc:creator>PptxGenJS</dc:creator>
  <cp:lastModifiedBy>PptxGenJS</cp:lastModifiedBy>
  <cp:revision>1</cp:revision>
  <dcterms:created xsi:type="dcterms:W3CDTF">2026-06-12T15:52:48Z</dcterms:created>
  <dcterms:modified xsi:type="dcterms:W3CDTF">2026-06-12T15:52:48Z</dcterms:modified>
</cp:coreProperties>
</file>